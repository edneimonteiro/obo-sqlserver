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Tutorial incremental de OBO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FE3F5"/>
                </a:solidFill>
              </a:rPr>
              <a:t>Validando o fluxo On-Behalf-Of em camadas, 100% local, sem container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8FB4D6"/>
                </a:solidFill>
              </a:rPr>
              <a:t>docs/tutorial-obo/README.md  •  src/samples/obo-tutorial/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B6CB0"/>
                </a:solidFill>
              </a:rPr>
              <a:t>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A4A"/>
                </a:solidFill>
              </a:rPr>
              <a:t>Por que este tutorial existe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O lab completo (SPA + BFF + API + AKS) prova o OBO de ponta a ponta, mas tem muitas peças em movimento.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Este tutorial isola a mecânica do OBO em dois hops simples, sem AKS, sem container, sem app nova.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Reaproveita a App Registration real do lab (obo-api) — o que é validado aqui é literalmente o mesmo recurso usado em produção.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Público: quem precisa confirmar rapidamente, no ambiente do cliente, que o OBO está configurado corretamente antes de investir no deploy completo.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09090"/>
                </a:solidFill>
              </a:rPr>
              <a:t>Tutorial incremental de OBO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B6CB0"/>
                </a:solidFill>
              </a:rPr>
              <a:t>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A4A"/>
                </a:solidFill>
              </a:rPr>
              <a:t>Duas camadas, dois hops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2011680" cy="1005840"/>
          </a:xfrm>
          <a:prstGeom prst="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Usuário de
teste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748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202020"/>
                </a:solidFill>
              </a:rPr>
              <a:t>Camada 1
AzureCliCredential
hop 1: user_impersonation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2011680"/>
            <a:ext cx="2377440" cy="1005840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obo-api
(Step1.ConsoleLogin
reaproveita o appId)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202020"/>
                </a:solidFill>
              </a:rPr>
              <a:t>Camada 2
OBO (Step2.MiddleTier)
hop 2: vault.azure.net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60" y="2011680"/>
            <a:ext cx="1828800" cy="1005840"/>
          </a:xfrm>
          <a:prstGeom prst="rect">
            <a:avLst/>
          </a:prstGeom>
          <a:solidFill>
            <a:srgbClr val="3E8E41"/>
          </a:solidFill>
          <a:ln>
            <a:solidFill>
              <a:srgbClr val="3E8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Key Vault
real do lab
(cmk-documents)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Step1.ConsoleLogin prova o 1º hop: usuário → API (token delegado user_impersonation).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Step2.MiddleTier + Step2.ConsoleClient provam o 2º hop: API → Key Vault (OBO via ITokenAcquisition).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Cada camada roda isolada com dotnet run — sem subir o lab inteiro.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09090"/>
                </a:solidFill>
              </a:rPr>
              <a:t>Tutorial incremental de OBO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B6CB0"/>
                </a:solidFill>
              </a:rPr>
              <a:t>ANTES DE COMEÇAR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A4A"/>
                </a:solidFill>
              </a:rPr>
              <a:t>Pré-requisitos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Lab implantado (scripts\deploy-aks.ps1 já executado) com .local\aks\deployment.local.json presente.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Login prévio no Azure CLI no tenant do lab (perfil isolado se você usa múltiplos tenants):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202020"/>
                </a:solidFill>
              </a:rPr>
              <a:t>– $env:AZURE_CONFIG_DIR = "$HOME\.azure-tenant-&lt;tenantId&gt;"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202020"/>
                </a:solidFill>
              </a:rPr>
              <a:t>– az login --tenant "&lt;tenantId&gt;" --allow-no-subscriptions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Os consoles reaproveitam essa sessão via AzureCliCredential (nenhum device code).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.NET SDK 8.0 instalado.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Um usuário de teste com conta no tenant (pode ser o próprio operador, se não houver conta de teste dedicada).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09090"/>
                </a:solidFill>
              </a:rPr>
              <a:t>Tutorial incremental de OBO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B6CB0"/>
                </a:solidFill>
              </a:rPr>
              <a:t>CAMADA 0 — UMA VEZ SÓ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A4A"/>
                </a:solidFill>
              </a:rPr>
              <a:t>Preparação (ajustes temporários e reversíveis)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</a:rPr>
              <a:t>• 1. Conceder ao usuário de teste a role Key Vault Crypto User no vault do lab.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</a:rPr>
              <a:t>• 2. Pré-autorizar o Azure CLI (appId first-party) em obo-api (evita AADSTS65001 em tenants com consentimento restrito).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</a:rPr>
              <a:t>• 3. Criar um client secret temporário em obo-api (necessário para o middle tier fazer OBO local).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</a:rPr>
              <a:t>• 4. Abrir temporariamente o firewall do Key Vault para o seu IP — o vault do lab usa publicNetworkAccess=Disabled (só private endpoint).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949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606060"/>
                </a:solidFill>
              </a:rPr>
              <a:t>• Passos 1, 3 e 4 são temporários e reversíveis (ver Limpeza); o passo 2 é permanente e documentado com o comando az exato em docs/tutorial-obo/README.md.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09090"/>
                </a:solidFill>
              </a:rPr>
              <a:t>Tutorial incremental de OBO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B6CB0"/>
                </a:solidFill>
              </a:rPr>
              <a:t>CAMADA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A4A"/>
                </a:solidFill>
              </a:rPr>
              <a:t>Step1.ConsoleLogin — login + 1º 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0881360" cy="100584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cd src\samples\obo-tutorial\Step1.ConsoleLogin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dotnet run -- &lt;tenantId&gt; &lt;api-appId&gt;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Reaproveita a sessão já autenticada do az login via AzureCliCredential — nenhuma interação aqui.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Solicita um token para api://&lt;api-appId&gt;/.default (formato exigido pelo AzureCliCredential).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Decodifica e imprime as claims do token: aud, scp, tid, oid, upn.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Não chama nenhum recurso protegido ainda — só prova que o 1º hop funciona.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09090"/>
                </a:solidFill>
              </a:rPr>
              <a:t>Tutorial incremental de OBO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B6CB0"/>
                </a:solidFill>
              </a:rPr>
              <a:t>CAMADA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A4A"/>
                </a:solidFill>
              </a:rPr>
              <a:t>Saída esperada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0881360" cy="329184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Obtendo token via login existente do Azure CLI (az login)...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Token adquirido com sucesso. Claims relevantes: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  aud: &lt;api-appId&gt;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  scp: user_impersonation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  tid: &lt;tenantId&gt;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  oid: &lt;objectId-do-usuario&gt;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  upn: usuario@dominio.com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606060"/>
                </a:solidFill>
              </a:rPr>
              <a:t>• aud = appId da API real do lab e scp = user_impersonation comprovam o 1º hop.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09090"/>
                </a:solidFill>
              </a:rPr>
              <a:t>Tutorial incremental de OBO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B6CB0"/>
                </a:solidFill>
              </a:rPr>
              <a:t>CAMADA 2 — PASSO 1 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A4A"/>
                </a:solidFill>
              </a:rPr>
              <a:t>Step2.MiddleTier — configurar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10881360" cy="210312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cd src\samples\obo-tutorial\Step2.MiddleTier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dotnet user-secrets set "AzureAd:TenantId" "&lt;tenantId&gt;"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dotnet user-secrets set "AzureAd:ClientId" "&lt;api-appId&gt;"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dotnet user-secrets set "AzureAd:ClientSecret" "&lt;secret-da-Camada-0&gt;"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dotnet user-secrets set "KeyVault:Uri" "https://&lt;keyVaultName&gt;.vault.azure.net"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Os segredos ficam em dotnet user-secrets — nunca em arquivo versionado.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O appsettings.json commitado só tem placeholders vazios.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09090"/>
                </a:solidFill>
              </a:rPr>
              <a:t>Tutorial incremental de OBO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B6CB0"/>
                </a:solidFill>
              </a:rPr>
              <a:t>CAMADA 2 — PASSO 2 E 3 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A4A"/>
                </a:solidFill>
              </a:rPr>
              <a:t>Step2.MiddleTier + Step2.ConsoleClient — rodar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10881360" cy="237744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# Terminal 1 — deixe rodando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dotnet run --urls http://localhost:5080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# Terminal 2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cd src\samples\obo-tutorial\Step2.ConsoleClient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dotnet run -- &lt;tenantId&gt; &lt;api-appId&gt;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O cliente repete o login da Camada 1 e chama GET /keyvault-demo no middle tier local.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O middle tier troca o token do usuário por um token on-behalf-of escopado para o Key Vault.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09090"/>
                </a:solidFill>
              </a:rPr>
              <a:t>Tutorial incremental de OBO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B6CB0"/>
                </a:solidFill>
              </a:rPr>
              <a:t>CAMADA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A4A"/>
                </a:solidFill>
              </a:rPr>
              <a:t>Saída esperada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0881360" cy="292608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Status: 200 OK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Resposta (metadados da chave no Key Vault, via OBO em 2 hops):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  "key": { "kid": "https://&lt;keyVaultName&gt;.vault.azure.net/keys/cmk-documents/...",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           "kty": "RSA", ... },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  "attributes": { "enabled": true, ... }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Prova o 2º hop: duas trocas de token encadeadas, o mesmo usuário do início ao fim.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Validado ponta a ponta no tenant do lab — a resposta acima é real, não simulada.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09090"/>
                </a:solidFill>
              </a:rPr>
              <a:t>Tutorial incremental de OBO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B6CB0"/>
                </a:solidFill>
              </a:rPr>
              <a:t>DO TUTORIAL PARA O LAB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A4A"/>
                </a:solidFill>
              </a:rPr>
              <a:t>Como isso mapeia para o BFF/API reais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486400"/>
              </a:tblGrid>
              <a:tr h="6705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Tutorial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Projeto real equivalente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</a:rPr>
                        <a:t>Step1.ConsoleLogin</a:t>
                      </a:r>
                    </a:p>
                    <a:p>
                      <a:r>
                        <a:rPr sz="1600">
                          <a:solidFill>
                            <a:srgbClr val="202020"/>
                          </a:solidFill>
                        </a:rPr>
                        <a:t>(login + token p/ API)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</a:rPr>
                        <a:t>src/bff/Services/ApiTokenProvider.cs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</a:rPr>
                        <a:t>Step2.MiddleTier</a:t>
                      </a:r>
                    </a:p>
                    <a:p>
                      <a:r>
                        <a:rPr sz="1600">
                          <a:solidFill>
                            <a:srgbClr val="202020"/>
                          </a:solidFill>
                        </a:rPr>
                        <a:t>(OBO API → Key Vault)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</a:rPr>
                        <a:t>src/api/Security/DelegatedTokenCredential.cs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1148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A diferença é só a superfície: aqui é console + API minimalista; no lab real é SPA → BFF → API → AKS com Workload Identity federada (sem client secret) e TLS público.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</a:rPr>
              <a:t>• A mecânica OBO (duas trocas de token encadeadas, mesmo usuário do início ao fim) é idêntica.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09090"/>
                </a:solidFill>
              </a:rPr>
              <a:t>Tutorial incremental de OBO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B6CB0"/>
                </a:solidFill>
              </a:rPr>
              <a:t>AO TERMINAR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A4A"/>
                </a:solidFill>
              </a:rPr>
              <a:t>Limpeza dos ajustes temporários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</a:rPr>
              <a:t>• Remover o client secret temporário de obo-api (az ad app credential delete).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</a:rPr>
              <a:t>• Manter a pré-autorização do Azure CLI em obo-api (permanente — não concede acesso extra por si só).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</a:rPr>
              <a:t>• Fechar o firewall do Key Vault (publicNetworkAccess=Disabled, remover a network-rule).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</a:rPr>
              <a:t>• Remover a role Key Vault Crypto User do usuário de teste, se ele não precisar continuar com acesso.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</a:rPr>
              <a:t>• Limpar os dotnet user-secrets do Step2.MiddleTier (dotnet user-secrets clear).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606060"/>
                </a:solidFill>
              </a:rPr>
              <a:t>• Comandos exatos de cada passo estão na seção "Limpeza" de docs/tutorial-obo/README.md.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09090"/>
                </a:solidFill>
              </a:rPr>
              <a:t>Tutorial incremental de OBO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Dúvidas /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FE3F5"/>
                </a:solidFill>
              </a:rPr>
              <a:t>docs/tutorial-obo/README.md — guia completo</a:t>
            </a:r>
          </a:p>
          <a:p>
            <a:r>
              <a:rPr sz="1800">
                <a:solidFill>
                  <a:srgbClr val="CFE3F5"/>
                </a:solidFill>
              </a:rPr>
              <a:t>src/samples/obo-tutorial/ — código fonte dos 3 projetos</a:t>
            </a:r>
          </a:p>
          <a:p>
            <a:r>
              <a:rPr sz="1800">
                <a:solidFill>
                  <a:srgbClr val="CFE3F5"/>
                </a:solidFill>
              </a:rPr>
              <a:t>Validado ponta a ponta no tenant do lab em 01/10/2026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